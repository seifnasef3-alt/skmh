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3657600" cy="672998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457200"/>
            <a:ext cx="3200400" cy="3200400"/>
          </a:xfrm>
          <a:prstGeom prst="ellipse">
            <a:avLst/>
          </a:prstGeom>
          <a:solidFill>
            <a:srgbClr val="02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71600" y="3291840"/>
            <a:ext cx="1828800" cy="18288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9144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SKMH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9659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2C39A"/>
                </a:solidFill>
              </a:rPr>
              <a:t>Smart Knowledge
Management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5120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Seïf NASEF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55778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4F8"/>
                </a:solidFill>
              </a:rPr>
              <a:t>Engineering Intern · CESI / Nexteer
Kasetsart University · Bangkok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00584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Internship Research Schedule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87451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2C39A"/>
                </a:solidFill>
              </a:rPr>
              <a:t>Project Proposal — SKMH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2423160"/>
            <a:ext cx="713232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23360" y="256032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</a:rPr>
              <a:t>Developing an AI-powered document management platform</a:t>
            </a:r>
          </a:p>
          <a:p>
            <a:pPr algn="l"/>
            <a:r>
              <a:rPr sz="1400" b="0">
                <a:solidFill>
                  <a:srgbClr val="F0F4F8"/>
                </a:solidFill>
              </a:rPr>
              <a:t>to automate, classify and search organizational knowledge</a:t>
            </a:r>
          </a:p>
          <a:p>
            <a:pPr algn="l"/>
            <a:r>
              <a:rPr sz="1400" b="0">
                <a:solidFill>
                  <a:srgbClr val="F0F4F8"/>
                </a:solidFill>
              </a:rPr>
              <a:t>at Kasetsart University International College (KUIC).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3749039"/>
            <a:ext cx="2286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023360" y="3749039"/>
            <a:ext cx="228600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2336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13 Weeks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</a:rPr>
              <a:t>Duration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3749039"/>
            <a:ext cx="2286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37960" y="3749039"/>
            <a:ext cx="228600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June – Aug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</a:rPr>
              <a:t>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3749039"/>
            <a:ext cx="2286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52560" y="3749039"/>
            <a:ext cx="228600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5256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Full-Stack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</a:rPr>
              <a:t>AI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49377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</a:rPr>
              <a:t>Key Objectives: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534924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• Automate OCR processing of documents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569671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• Enable advanced search across archives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6044183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</a:rPr>
              <a:t>• Deploy a web portal for KUIC staff</a:t>
            </a:r>
          </a:p>
        </p:txBody>
      </p:sp>
      <p:pic>
        <p:nvPicPr>
          <p:cNvPr id="1028" name="Picture 4" descr="Kasetsart University - Wikipedia">
            <a:extLst>
              <a:ext uri="{FF2B5EF4-FFF2-40B4-BE49-F238E27FC236}">
                <a16:creationId xmlns:a16="http://schemas.microsoft.com/office/drawing/2014/main" id="{71C0D344-B36E-59E9-565C-590E9AB7E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270" y="3393172"/>
            <a:ext cx="1663460" cy="1663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What is the SKMH and why does it matter?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365760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3657600" cy="914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02920" y="192024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9842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</a:rPr>
              <a:t>Problem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87752"/>
            <a:ext cx="338328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69748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Universities accumulate large volumes of documents — reports, forms, archives — that are hard to search, categorize, and access. Staff waste time on manual sorting.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691640"/>
            <a:ext cx="365760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9392" y="1691640"/>
            <a:ext cx="3657600" cy="914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16552" y="192024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16552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19842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7293"/>
                </a:solidFill>
              </a:rPr>
              <a:t>Solution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16552" y="2587752"/>
            <a:ext cx="338328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6552" y="269748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SKMH is an AI-powered web platform using OCR, machine learning and search to transform raw documents into structured, searchable digital assets instantly.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93024" y="1691640"/>
            <a:ext cx="365760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93024" y="1691640"/>
            <a:ext cx="3657600" cy="91440"/>
          </a:xfrm>
          <a:prstGeom prst="rect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330184" y="1920240"/>
            <a:ext cx="548640" cy="548640"/>
          </a:xfrm>
          <a:prstGeom prst="ellipse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0184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0264" y="19842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8565"/>
                </a:solidFill>
              </a:rPr>
              <a:t>Impact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30184" y="2587752"/>
            <a:ext cx="338328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0184" y="269748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Any staff member can upload a document and retrieve precise information within seconds — reducing paper workflows and manual effort across the organization.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Research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988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02C39A"/>
                </a:solidFill>
              </a:rPr>
              <a:t>June → August 2026  ·  13 Weeks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44368" y="1024128"/>
            <a:ext cx="2774852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44368" y="1024128"/>
            <a:ext cx="27748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JUNE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746652" y="1024128"/>
            <a:ext cx="3475423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46652" y="1024128"/>
            <a:ext cx="347542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JULY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49507" y="1024128"/>
            <a:ext cx="2774852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49507" y="1024128"/>
            <a:ext cx="27748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AUGUST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44368" y="1280160"/>
            <a:ext cx="673139" cy="2194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44368" y="1280160"/>
            <a:ext cx="6731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44939" y="1280160"/>
            <a:ext cx="673139" cy="2194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44939" y="1280160"/>
            <a:ext cx="6731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5510" y="1280160"/>
            <a:ext cx="673139" cy="2194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5510" y="1280160"/>
            <a:ext cx="6731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46081" y="1280160"/>
            <a:ext cx="673139" cy="2194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46081" y="1280160"/>
            <a:ext cx="6731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6652" y="1280160"/>
            <a:ext cx="673139" cy="2194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46652" y="1280160"/>
            <a:ext cx="6731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7223" y="1280160"/>
            <a:ext cx="673139" cy="2194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7223" y="1280160"/>
            <a:ext cx="6731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47794" y="1280160"/>
            <a:ext cx="673139" cy="2194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47794" y="1280160"/>
            <a:ext cx="6731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48365" y="1280160"/>
            <a:ext cx="673139" cy="2194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48365" y="1280160"/>
            <a:ext cx="6731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48936" y="1280160"/>
            <a:ext cx="673139" cy="2194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48936" y="1280160"/>
            <a:ext cx="6731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49507" y="1280160"/>
            <a:ext cx="673139" cy="2194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49507" y="1280160"/>
            <a:ext cx="6731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50078" y="1280160"/>
            <a:ext cx="673139" cy="2194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950078" y="1280160"/>
            <a:ext cx="6731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50649" y="1280160"/>
            <a:ext cx="673139" cy="2194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650649" y="1280160"/>
            <a:ext cx="6731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351220" y="1280160"/>
            <a:ext cx="673139" cy="2194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351220" y="1280160"/>
            <a:ext cx="6731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W13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1554480"/>
            <a:ext cx="11914632" cy="640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82880" y="1554480"/>
            <a:ext cx="265176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6032" y="157276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" y="176479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0ECFF"/>
                </a:solidFill>
              </a:rPr>
              <a:t>Setup &amp; Architecture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44368" y="160020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644939" y="160020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345510" y="160020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046081" y="160020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746652" y="160020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447223" y="160020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147794" y="160020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848365" y="160020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548936" y="160020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249507" y="160020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950078" y="160020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650649" y="160020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1351220" y="160020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944368" y="1600200"/>
            <a:ext cx="2074281" cy="53949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990088" y="1645920"/>
            <a:ext cx="198284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</a:rPr>
              <a:t>Env. setup · Git · FastAPI base · Project structure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2880" y="2212848"/>
            <a:ext cx="11914632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82880" y="2212848"/>
            <a:ext cx="2651760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56032" y="223113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6032" y="2423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0ECFF"/>
                </a:solidFill>
              </a:rPr>
              <a:t>OCR &amp; Doc Processing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44368" y="2258568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644939" y="2258568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345510" y="2258568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5046081" y="2258568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746652" y="2258568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447223" y="2258568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7147794" y="2258568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848365" y="2258568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548936" y="2258568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249507" y="2258568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950078" y="2258568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0650649" y="2258568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1351220" y="2258568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4345510" y="2258568"/>
            <a:ext cx="2774852" cy="53949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391230" y="2304288"/>
            <a:ext cx="26834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</a:rPr>
              <a:t>Tesseract · pdfplumber · OpenCV preprocessing · /upload route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" y="2871216"/>
            <a:ext cx="11914632" cy="640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82880" y="2871216"/>
            <a:ext cx="2651760" cy="640080"/>
          </a:xfrm>
          <a:prstGeom prst="rect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56032" y="288950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6032" y="308152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0ECFF"/>
                </a:solidFill>
              </a:rPr>
              <a:t>AI Categorization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944368" y="2916936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3644939" y="2916936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4345510" y="2916936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5046081" y="2916936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5746652" y="2916936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6447223" y="2916936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7147794" y="2916936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7848365" y="2916936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8548936" y="2916936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9249507" y="2916936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9950078" y="2916936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0650649" y="2916936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1351220" y="2916936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6447223" y="2916936"/>
            <a:ext cx="2074281" cy="539496"/>
          </a:xfrm>
          <a:prstGeom prst="rect">
            <a:avLst/>
          </a:prstGeom>
          <a:solidFill>
            <a:srgbClr val="02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492943" y="2962656"/>
            <a:ext cx="198284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</a:rPr>
              <a:t>spaCy NLP · scikit-learn classifier · Document tagging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82880" y="3529584"/>
            <a:ext cx="11914632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82880" y="3529584"/>
            <a:ext cx="2651760" cy="640080"/>
          </a:xfrm>
          <a:prstGeom prst="rect">
            <a:avLst/>
          </a:prstGeom>
          <a:solidFill>
            <a:srgbClr val="1C4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56032" y="354787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56032" y="373989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0ECFF"/>
                </a:solidFill>
              </a:rPr>
              <a:t>Search &amp; Database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944368" y="3575304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3644939" y="3575304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4345510" y="3575304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046081" y="3575304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5746652" y="3575304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6447223" y="3575304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7147794" y="3575304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7848365" y="3575304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8548936" y="3575304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9249507" y="3575304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9950078" y="3575304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0650649" y="3575304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1351220" y="3575304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7147794" y="3575304"/>
            <a:ext cx="2774852" cy="539496"/>
          </a:xfrm>
          <a:prstGeom prst="rect">
            <a:avLst/>
          </a:prstGeom>
          <a:solidFill>
            <a:srgbClr val="1C4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193514" y="3621024"/>
            <a:ext cx="26834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</a:rPr>
              <a:t>PostgreSQL models · SQLAlchemy ORM · Meilisearch integration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82880" y="4187952"/>
            <a:ext cx="11914632" cy="640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182880" y="4187952"/>
            <a:ext cx="2651760" cy="640080"/>
          </a:xfrm>
          <a:prstGeom prst="rect">
            <a:avLst/>
          </a:prstGeom>
          <a:solidFill>
            <a:srgbClr val="1C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56032" y="420624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Phase 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56032" y="439826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0ECFF"/>
                </a:solidFill>
              </a:rPr>
              <a:t>Web Portal (React)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944368" y="4233672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3644939" y="4233672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4345510" y="4233672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5046081" y="4233672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5746652" y="4233672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6447223" y="4233672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7147794" y="4233672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7848365" y="4233672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8548936" y="4233672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9249507" y="4233672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9950078" y="4233672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10650649" y="4233672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11351220" y="4233672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8548936" y="4233672"/>
            <a:ext cx="2774852" cy="539496"/>
          </a:xfrm>
          <a:prstGeom prst="rect">
            <a:avLst/>
          </a:prstGeom>
          <a:solidFill>
            <a:srgbClr val="1C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594656" y="4279392"/>
            <a:ext cx="26834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</a:rPr>
              <a:t>React + Vite · Upload UI · Search dashboard · Tailwind CSS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82880" y="4846320"/>
            <a:ext cx="11914632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182880" y="4846320"/>
            <a:ext cx="2651760" cy="640080"/>
          </a:xfrm>
          <a:prstGeom prst="rect">
            <a:avLst/>
          </a:prstGeom>
          <a:solidFill>
            <a:srgbClr val="027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256032" y="4864607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Phase 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56032" y="505663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0ECFF"/>
                </a:solidFill>
              </a:rPr>
              <a:t>Testing &amp; Deployment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944368" y="489204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3644939" y="489204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4345510" y="489204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5046081" y="489204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5746652" y="489204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6447223" y="489204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7147794" y="489204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7848365" y="489204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8548936" y="489204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9249507" y="489204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9950078" y="489204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10650649" y="489204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11351220" y="4892040"/>
            <a:ext cx="673139" cy="53949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10650649" y="4892040"/>
            <a:ext cx="1373710" cy="539496"/>
          </a:xfrm>
          <a:prstGeom prst="rect">
            <a:avLst/>
          </a:prstGeom>
          <a:solidFill>
            <a:srgbClr val="027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10696369" y="4937759"/>
            <a:ext cx="128227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</a:rPr>
              <a:t>Railway deploy · End-to-end tests · Energy audit · Demo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82880" y="5541264"/>
            <a:ext cx="164592" cy="12801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384048" y="553212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A"/>
                </a:solidFill>
              </a:rPr>
              <a:t>Active phase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737360" y="5541264"/>
            <a:ext cx="164592" cy="128016"/>
          </a:xfrm>
          <a:prstGeom prst="rect">
            <a:avLst/>
          </a:prstGeom>
          <a:solidFill>
            <a:srgbClr val="E8EEF4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1938528" y="553212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A"/>
                </a:solidFill>
              </a:rPr>
              <a:t>Not started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86000" y="274320"/>
            <a:ext cx="7589520" cy="75895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2C39A"/>
                </a:solidFill>
              </a:rPr>
              <a:t>Questions &amp; Discussion Welcome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794760"/>
            <a:ext cx="667512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60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Seïf NASEF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61688"/>
            <a:ext cx="10360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</a:rPr>
              <a:t>seifnasef3@gmail.com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91456"/>
            <a:ext cx="10360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</a:rPr>
              <a:t>github.com/seifnasef3-alt/SKMH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21224"/>
            <a:ext cx="10360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</a:rPr>
              <a:t>CESI Engineering · Nexteer Automotive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50992"/>
            <a:ext cx="10360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4F8"/>
                </a:solidFill>
              </a:rPr>
              <a:t>Kasetsart University International College · Bangkok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333</Words>
  <Application>Microsoft Office PowerPoint</Application>
  <PresentationFormat>Personnalisé</PresentationFormat>
  <Paragraphs>75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seif nasef</cp:lastModifiedBy>
  <cp:revision>3</cp:revision>
  <dcterms:created xsi:type="dcterms:W3CDTF">2013-01-27T09:14:16Z</dcterms:created>
  <dcterms:modified xsi:type="dcterms:W3CDTF">2026-06-09T07:28:47Z</dcterms:modified>
  <cp:category/>
</cp:coreProperties>
</file>