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3657600" cy="67299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457200"/>
            <a:ext cx="3200400" cy="3200400"/>
          </a:xfrm>
          <a:prstGeom prst="ellipse">
            <a:avLst/>
          </a:prstGeom>
          <a:solidFill>
            <a:srgbClr val="02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3291840"/>
            <a:ext cx="1828800" cy="1828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914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SKMH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9659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2C39A"/>
                </a:solidFill>
              </a:rPr>
              <a:t>Smart Knowledge
Management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120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Seïf NASEF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5577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</a:rPr>
              <a:t>Engineering Intern · CESI / Nexteer
Kasetsart University · Bangkok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058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Internship Research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87451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C39A"/>
                </a:solidFill>
              </a:rPr>
              <a:t>Project Proposal — SKMH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423160"/>
            <a:ext cx="71323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</a:rPr>
              <a:t>Developing an AI-powered document management platform</a:t>
            </a:r>
          </a:p>
          <a:p>
            <a:pPr algn="l"/>
            <a:r>
              <a:rPr sz="1400" b="0">
                <a:solidFill>
                  <a:srgbClr val="F0F4F8"/>
                </a:solidFill>
              </a:rPr>
              <a:t>to automate, classify and search organizational knowledge</a:t>
            </a:r>
          </a:p>
          <a:p>
            <a:pPr algn="l"/>
            <a:r>
              <a:rPr sz="1400" b="0">
                <a:solidFill>
                  <a:srgbClr val="F0F4F8"/>
                </a:solidFill>
              </a:rPr>
              <a:t>at Kasetsart University International College (KUIC).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749039"/>
            <a:ext cx="2286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23360" y="3749039"/>
            <a:ext cx="2286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13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Duration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749039"/>
            <a:ext cx="2286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37960" y="3749039"/>
            <a:ext cx="2286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June – Aug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749039"/>
            <a:ext cx="2286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560" y="3749039"/>
            <a:ext cx="2286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Full-Stack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AI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937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Key Objectives: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34924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• Automate OCR processing of documents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6967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• Enable advanced search across archives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6044183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• Deploy a web portal for KUIC staff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What is the SKMH and why does it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91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2920" y="19202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84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</a:rPr>
              <a:t>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87752"/>
            <a:ext cx="33832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Universities accumulate large volumes of documents — reports, forms, archives — that are hard to search, categorize, and access. Staff waste time on manual sorting.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36576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65760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16552" y="192024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984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</a:rPr>
              <a:t>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2587752"/>
            <a:ext cx="33832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SKMH is an AI-powered web platform using OCR, machine learning and search to transform raw documents into structured, searchable digital assets instantly.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1691640"/>
            <a:ext cx="36576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3024" y="1691640"/>
            <a:ext cx="3657600" cy="9144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30184" y="1920240"/>
            <a:ext cx="548640" cy="548640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1984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565"/>
                </a:solidFill>
              </a:rPr>
              <a:t>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0184" y="2587752"/>
            <a:ext cx="33832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Any staff member can upload a document and retrieve precise information within seconds — reducing paper workflows and manual effort across the organization.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Tools &amp; Frameworks Selected for SKMH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417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Python · FastAPI · Uvicorn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REST API server handling all document processing requests and business logic.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91440" cy="1417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OCR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</a:rPr>
              <a:t>Tesseract v5 · OpenCV · pdfplumber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963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Extracts text from scanned PDFs and images with preprocessing for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64408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264408"/>
            <a:ext cx="91440" cy="141732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355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AI / 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21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565"/>
                </a:solidFill>
              </a:rPr>
              <a:t>spaCy · scikit-learn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69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Machine learning pipeline to classify and categorize documents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64408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264408"/>
            <a:ext cx="91440" cy="1417320"/>
          </a:xfrm>
          <a:prstGeom prst="rect">
            <a:avLst/>
          </a:prstGeom>
          <a:solidFill>
            <a:srgbClr val="1C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355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21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427A"/>
                </a:solidFill>
              </a:rPr>
              <a:t>PostgreSQL · SQLAlchemy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69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Relational database for storing documents, extracted text and metadata.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37176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837176"/>
            <a:ext cx="91440" cy="141732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9286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2943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565"/>
                </a:solidFill>
              </a:rPr>
              <a:t>Elasticsearch / Meilisearch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6418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Full-text search across all archived documents with filters and keyword precision.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837176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4837176"/>
            <a:ext cx="91440" cy="1417320"/>
          </a:xfrm>
          <a:prstGeom prst="rect">
            <a:avLst/>
          </a:prstGeom>
          <a:solidFill>
            <a:srgbClr val="4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9286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Web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2943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5E8A"/>
                </a:solidFill>
              </a:rPr>
              <a:t>React · Vite · Tailwind 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418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Modern staff-facing interface for uploading documents and running searches.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Research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June → August 2026  ·  13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691640"/>
            <a:ext cx="283464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16916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June (Wk 1–4)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33872" y="1691640"/>
            <a:ext cx="283464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33872" y="16916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July (Wk 5–9)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87968" y="1691640"/>
            <a:ext cx="283464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6916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August (Wk 10–13)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167128"/>
            <a:ext cx="251460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221284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1: Setup &amp;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39" y="2240280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34639" y="2240280"/>
            <a:ext cx="2743200" cy="40233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39" y="22402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9592" y="2240280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33688" y="2240280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" y="2871216"/>
            <a:ext cx="251460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" y="291693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2: OCR &amp; Document 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39" y="2944368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34639" y="2944368"/>
            <a:ext cx="2743200" cy="40233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34639" y="294436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79592" y="2944368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79592" y="2944368"/>
            <a:ext cx="2743200" cy="40233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79592" y="294436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33688" y="2944368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82880" y="3575304"/>
            <a:ext cx="2514600" cy="54864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8600" y="362102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3: AI Categorization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39" y="3648456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79592" y="3648456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79592" y="3648456"/>
            <a:ext cx="2743200" cy="402336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79592" y="36484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33688" y="3648456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82880" y="4279392"/>
            <a:ext cx="2514600" cy="548640"/>
          </a:xfrm>
          <a:prstGeom prst="rect">
            <a:avLst/>
          </a:prstGeom>
          <a:solidFill>
            <a:srgbClr val="1C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43251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4: Search &amp; 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352544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79592" y="4352544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879592" y="4352544"/>
            <a:ext cx="2743200" cy="402336"/>
          </a:xfrm>
          <a:prstGeom prst="rect">
            <a:avLst/>
          </a:prstGeom>
          <a:solidFill>
            <a:srgbClr val="1C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79592" y="435254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33688" y="4352544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33688" y="4352544"/>
            <a:ext cx="2743200" cy="402336"/>
          </a:xfrm>
          <a:prstGeom prst="rect">
            <a:avLst/>
          </a:prstGeom>
          <a:solidFill>
            <a:srgbClr val="1C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33688" y="435254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983480"/>
            <a:ext cx="2514600" cy="548640"/>
          </a:xfrm>
          <a:prstGeom prst="rect">
            <a:avLst/>
          </a:prstGeom>
          <a:solidFill>
            <a:srgbClr val="1C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8600" y="50292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5: Web Portal (React)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39" y="5056632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879592" y="5056632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79592" y="5056632"/>
            <a:ext cx="2743200" cy="402336"/>
          </a:xfrm>
          <a:prstGeom prst="rect">
            <a:avLst/>
          </a:prstGeom>
          <a:solidFill>
            <a:srgbClr val="1C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79592" y="505663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33688" y="5056632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933688" y="5056632"/>
            <a:ext cx="2743200" cy="402336"/>
          </a:xfrm>
          <a:prstGeom prst="rect">
            <a:avLst/>
          </a:prstGeom>
          <a:solidFill>
            <a:srgbClr val="1C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33688" y="505663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687568"/>
            <a:ext cx="2514600" cy="548640"/>
          </a:xfrm>
          <a:prstGeom prst="rect">
            <a:avLst/>
          </a:prstGeom>
          <a:solidFill>
            <a:srgbClr val="027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28600" y="573328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6: Testing &amp; Deployment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39" y="5760720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879592" y="5760720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933688" y="5760720"/>
            <a:ext cx="274320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933688" y="5760720"/>
            <a:ext cx="2743200" cy="402336"/>
          </a:xfrm>
          <a:prstGeom prst="rect">
            <a:avLst/>
          </a:prstGeom>
          <a:solidFill>
            <a:srgbClr val="027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933688" y="576072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■ Active phase   □ Not started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Deliverables &amp; Evaluation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57784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2920" y="1856232"/>
            <a:ext cx="530352" cy="53035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9280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</a:rPr>
              <a:t>OCR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96312"/>
            <a:ext cx="52120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Automated text extraction from any PDF or image with target accuracy above 90%. Validated by OCR accuracy audit.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57784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0800" y="1856232"/>
            <a:ext cx="530352" cy="5303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89280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</a:rPr>
              <a:t>Smart Categorization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96312"/>
            <a:ext cx="52120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6060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AI model that classifies documents by type and topic automatically, reducing manual sorting workload for staff.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5577840" cy="73152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2920" y="4187952"/>
            <a:ext cx="530352" cy="530352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18795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2452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565"/>
                </a:solidFill>
              </a:rPr>
              <a:t>Search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28032"/>
            <a:ext cx="52120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Web interface for staff to upload, search and filter documents with keyword precision and full-text search.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2336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023360"/>
            <a:ext cx="5577840" cy="73152"/>
          </a:xfrm>
          <a:prstGeom prst="rect">
            <a:avLst/>
          </a:prstGeom>
          <a:solidFill>
            <a:srgbClr val="1C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0800" y="4187952"/>
            <a:ext cx="530352" cy="530352"/>
          </a:xfrm>
          <a:prstGeom prst="ellipse">
            <a:avLst/>
          </a:prstGeom>
          <a:solidFill>
            <a:srgbClr val="1C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18795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22452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427A"/>
                </a:solidFill>
              </a:rPr>
              <a:t>Final Presentation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828032"/>
            <a:ext cx="52120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93776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Technical report and live system demo presented to the KUIC department committee for academic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274320"/>
            <a:ext cx="7589520" cy="75895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2C39A"/>
                </a:solidFill>
              </a:rPr>
              <a:t>Questions &amp; Discussion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794760"/>
            <a:ext cx="66751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Seïf NASEF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61688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seifnasef3@gmail.com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91456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github.com/seifnasef3-alt/SKMH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21224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CESI Engineering · Nexteer Automotive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50992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</a:rPr>
              <a:t>Kasetsart University International College · Bangkok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</Words>
  <Application>Microsoft Office PowerPoint</Application>
  <PresentationFormat>Personnalisé</PresentationFormat>
  <Paragraphs>92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seif nasef</cp:lastModifiedBy>
  <cp:revision>1</cp:revision>
  <dcterms:created xsi:type="dcterms:W3CDTF">2013-01-27T09:14:16Z</dcterms:created>
  <dcterms:modified xsi:type="dcterms:W3CDTF">2026-06-09T04:28:31Z</dcterms:modified>
  <cp:category/>
</cp:coreProperties>
</file>