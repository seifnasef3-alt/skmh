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Schedule — Week 4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June 23, 2026  ·  End of Phase 1, Phase 2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1024128"/>
            <a:ext cx="2774852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024128"/>
            <a:ext cx="27748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JUNE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46652" y="1024128"/>
            <a:ext cx="3475423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6652" y="1024128"/>
            <a:ext cx="34754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JULY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49507" y="1024128"/>
            <a:ext cx="2774852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9507" y="1024128"/>
            <a:ext cx="27748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AUGUST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4368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4939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4939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5510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5510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6081" y="1280160"/>
            <a:ext cx="673139" cy="21945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6081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6652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6652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7223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7223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7794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7794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8365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8365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8936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8936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49507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9507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50078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50078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0649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0649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51220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51220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1554480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1554480"/>
            <a:ext cx="2651760" cy="64008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1572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57276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6479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Setup &amp; 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44368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44939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5510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6081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46652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47223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47794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48365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48936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49507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50078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50649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351220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44368" y="1600200"/>
            <a:ext cx="2074281" cy="539496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0088" y="1645920"/>
            <a:ext cx="19828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Env. setup · Git · FastAPI base · Project structure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2212848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2880" y="2212848"/>
            <a:ext cx="265176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22311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C39A"/>
                </a:solidFill>
              </a:rP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223113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242316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OCR &amp; Doc Processing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44368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44939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45510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46081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652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47223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47794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48365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48936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49507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950078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50649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351220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45510" y="2258568"/>
            <a:ext cx="2774852" cy="53949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91230" y="2304288"/>
            <a:ext cx="26834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Tesseract · pdfplumber · OpenCV preprocessing · /upload route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6082" y="2377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C7293"/>
                </a:solidFill>
              </a:rPr>
              <a:t>IN PROGRESS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2871216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82880" y="2871216"/>
            <a:ext cx="2651760" cy="640080"/>
          </a:xfrm>
          <a:prstGeom prst="rect">
            <a:avLst/>
          </a:prstGeom>
          <a:solidFill>
            <a:srgbClr val="A0A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288950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0815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0E8F0"/>
                </a:solidFill>
              </a:rPr>
              <a:t>AI Categorization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44368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44939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45510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046081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46652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47223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47794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48365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548936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249507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50078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650649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351220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47223" y="2916936"/>
            <a:ext cx="2074281" cy="539496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2880" y="3529584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2880" y="3529584"/>
            <a:ext cx="2651760" cy="640080"/>
          </a:xfrm>
          <a:prstGeom prst="rect">
            <a:avLst/>
          </a:prstGeom>
          <a:solidFill>
            <a:srgbClr val="A0A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354787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373989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0E8F0"/>
                </a:solidFill>
              </a:rPr>
              <a:t>Search &amp; Database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44368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44939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45510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046081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746652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47223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147794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848365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48936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49507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50078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650649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51220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47794" y="3575304"/>
            <a:ext cx="2774852" cy="539496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82880" y="4187952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82880" y="4187952"/>
            <a:ext cx="2651760" cy="640080"/>
          </a:xfrm>
          <a:prstGeom prst="rect">
            <a:avLst/>
          </a:prstGeom>
          <a:solidFill>
            <a:srgbClr val="A0A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7200" y="42062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439826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0E8F0"/>
                </a:solidFill>
              </a:rPr>
              <a:t>Web Portal (React)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944368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44939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345510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046081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746652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47223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147794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48365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48936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49507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950078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650649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351220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548936" y="4233672"/>
            <a:ext cx="2774852" cy="539496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82880" y="4846320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82880" y="4846320"/>
            <a:ext cx="2651760" cy="640080"/>
          </a:xfrm>
          <a:prstGeom prst="rect">
            <a:avLst/>
          </a:prstGeom>
          <a:solidFill>
            <a:srgbClr val="A0A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4864607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505663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0E8F0"/>
                </a:solidFill>
              </a:rPr>
              <a:t>Testing &amp; Deployment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944368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644939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345510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46081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746652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447223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147794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848365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48936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249507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950078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650649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1220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650649" y="4892040"/>
            <a:ext cx="1373710" cy="539496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387222" y="1024128"/>
            <a:ext cx="27432" cy="4480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122046" y="8229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2C39A"/>
                </a:solidFill>
              </a:rPr>
              <a:t>TODAY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2880" y="5550408"/>
            <a:ext cx="164592" cy="128016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4048" y="554126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Completed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554480" y="5550408"/>
            <a:ext cx="164592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755648" y="554126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In progress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017520" y="5550408"/>
            <a:ext cx="164592" cy="128016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218688" y="55412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Week 4 —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</a:rPr>
              <a:t>SKMH Project  ·  Seïf NASEF  ·  June 23,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3657600" cy="9144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565"/>
                </a:solidFill>
              </a:rPr>
              <a:t>Phase 1 —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352" y="2258568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7128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Dev environment fully configured (Python, Node.js, Git, Tesseract, PostgreSQL)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3063240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71800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GitHub repo created, project structure in place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3867911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76472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FastAPI backend running with health check &amp; /upload route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4672583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81144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First successful OCR test on a real PDF document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5477256"/>
            <a:ext cx="109728" cy="109728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385816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Project architecture documented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1207008"/>
            <a:ext cx="365760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61688" y="13716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Phase 2 — In 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89120" y="225856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167128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OCR pipeline working for PDFs and images</a:t>
            </a:r>
          </a:p>
        </p:txBody>
      </p:sp>
      <p:sp>
        <p:nvSpPr>
          <p:cNvPr id="30" name="Oval 29"/>
          <p:cNvSpPr/>
          <p:nvPr/>
        </p:nvSpPr>
        <p:spPr>
          <a:xfrm>
            <a:off x="4389120" y="306324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971800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OpenCV preprocessing integrated (contrast, noise removal)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0" y="3867911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776472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pdfplumber added for native digital PDFs</a:t>
            </a:r>
          </a:p>
        </p:txBody>
      </p:sp>
      <p:sp>
        <p:nvSpPr>
          <p:cNvPr id="34" name="Oval 33"/>
          <p:cNvSpPr/>
          <p:nvPr/>
        </p:nvSpPr>
        <p:spPr>
          <a:xfrm>
            <a:off x="4389120" y="4672583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581144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Currently improving accuracy on low-quality scans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1207008"/>
            <a:ext cx="3657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1207008"/>
            <a:ext cx="3657600" cy="91440"/>
          </a:xfrm>
          <a:prstGeom prst="rect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0456" y="1371600"/>
            <a:ext cx="502920" cy="502920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1435608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A"/>
                </a:solidFill>
              </a:rPr>
              <a:t>Coming up — Phase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2011680"/>
            <a:ext cx="33832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7888" y="2258568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8" y="2167128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Implement document categorization with spaCy &amp; scikit-learn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3063240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2971800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Train classifier on sample KUIC documents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8" y="3867911"/>
            <a:ext cx="109728" cy="109728"/>
          </a:xfrm>
          <a:prstGeom prst="ellipse">
            <a:avLst/>
          </a:prstGeom>
          <a:solidFill>
            <a:srgbClr val="E8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3776472"/>
            <a:ext cx="3154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Connect categorization output to database (Phase 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510528"/>
            <a:ext cx="1145743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57A"/>
                </a:solidFill>
              </a:rPr>
              <a:t>Week 4 review  ·  KUIC — Bangkok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