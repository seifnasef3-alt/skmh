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Week 1 — Progress Update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58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2C39A"/>
                </a:solidFill>
              </a:rPr>
              <a:t>SKMH Project  ·  Seïf NASEF  ·  June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07008"/>
            <a:ext cx="3657600" cy="53492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07008"/>
            <a:ext cx="3657600" cy="91440"/>
          </a:xfrm>
          <a:prstGeom prst="rect">
            <a:avLst/>
          </a:prstGeom>
          <a:solidFill>
            <a:srgbClr val="028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02920" y="1371600"/>
            <a:ext cx="502920" cy="502920"/>
          </a:xfrm>
          <a:prstGeom prst="ellipse">
            <a:avLst/>
          </a:prstGeom>
          <a:solidFill>
            <a:srgbClr val="028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71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27706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8565"/>
                </a:solidFill>
              </a:rPr>
              <a:t>What I have done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011680"/>
            <a:ext cx="3383280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30352" y="2258568"/>
            <a:ext cx="109728" cy="109728"/>
          </a:xfrm>
          <a:prstGeom prst="ellipse">
            <a:avLst/>
          </a:prstGeom>
          <a:solidFill>
            <a:srgbClr val="028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167128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Met with supervisor &amp; clarified project scope</a:t>
            </a:r>
          </a:p>
        </p:txBody>
      </p:sp>
      <p:sp>
        <p:nvSpPr>
          <p:cNvPr id="14" name="Oval 13"/>
          <p:cNvSpPr/>
          <p:nvPr/>
        </p:nvSpPr>
        <p:spPr>
          <a:xfrm>
            <a:off x="530352" y="3008376"/>
            <a:ext cx="109728" cy="109728"/>
          </a:xfrm>
          <a:prstGeom prst="ellipse">
            <a:avLst/>
          </a:prstGeom>
          <a:solidFill>
            <a:srgbClr val="028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2916936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Installed Python, Node.js, Git and VS Code</a:t>
            </a:r>
          </a:p>
        </p:txBody>
      </p:sp>
      <p:sp>
        <p:nvSpPr>
          <p:cNvPr id="16" name="Oval 15"/>
          <p:cNvSpPr/>
          <p:nvPr/>
        </p:nvSpPr>
        <p:spPr>
          <a:xfrm>
            <a:off x="530352" y="3758183"/>
            <a:ext cx="109728" cy="109728"/>
          </a:xfrm>
          <a:prstGeom prst="ellipse">
            <a:avLst/>
          </a:prstGeom>
          <a:solidFill>
            <a:srgbClr val="028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3666744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Created the GitHub repository</a:t>
            </a:r>
          </a:p>
        </p:txBody>
      </p:sp>
      <p:sp>
        <p:nvSpPr>
          <p:cNvPr id="18" name="Oval 17"/>
          <p:cNvSpPr/>
          <p:nvPr/>
        </p:nvSpPr>
        <p:spPr>
          <a:xfrm>
            <a:off x="530352" y="4507992"/>
            <a:ext cx="109728" cy="109728"/>
          </a:xfrm>
          <a:prstGeom prst="ellipse">
            <a:avLst/>
          </a:prstGeom>
          <a:solidFill>
            <a:srgbClr val="028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4416552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Set up the basic project folder structure</a:t>
            </a:r>
          </a:p>
        </p:txBody>
      </p:sp>
      <p:sp>
        <p:nvSpPr>
          <p:cNvPr id="20" name="Oval 19"/>
          <p:cNvSpPr/>
          <p:nvPr/>
        </p:nvSpPr>
        <p:spPr>
          <a:xfrm>
            <a:off x="530352" y="5257800"/>
            <a:ext cx="109728" cy="109728"/>
          </a:xfrm>
          <a:prstGeom prst="ellipse">
            <a:avLst/>
          </a:prstGeom>
          <a:solidFill>
            <a:srgbClr val="028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5166360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Started reading FastAPI &amp; Tesseract documentation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24528" y="1207008"/>
            <a:ext cx="3657600" cy="53492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24528" y="1207008"/>
            <a:ext cx="3657600" cy="914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361688" y="1371600"/>
            <a:ext cx="502920" cy="50292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61688" y="1371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74336" y="1435608"/>
            <a:ext cx="27706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7293"/>
                </a:solidFill>
              </a:rPr>
              <a:t>Currently working 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61688" y="2011680"/>
            <a:ext cx="3383280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389120" y="2258568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0" y="2167128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Installing &amp; configuring Tesseract OCR on Windows</a:t>
            </a:r>
          </a:p>
        </p:txBody>
      </p:sp>
      <p:sp>
        <p:nvSpPr>
          <p:cNvPr id="30" name="Oval 29"/>
          <p:cNvSpPr/>
          <p:nvPr/>
        </p:nvSpPr>
        <p:spPr>
          <a:xfrm>
            <a:off x="4389120" y="3008376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0" y="2916936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Writing the first FastAPI server skeleton</a:t>
            </a:r>
          </a:p>
        </p:txBody>
      </p:sp>
      <p:sp>
        <p:nvSpPr>
          <p:cNvPr id="32" name="Oval 31"/>
          <p:cNvSpPr/>
          <p:nvPr/>
        </p:nvSpPr>
        <p:spPr>
          <a:xfrm>
            <a:off x="4389120" y="3758183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0" y="3666744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Setting up the Python virtual environment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83296" y="1207008"/>
            <a:ext cx="3657600" cy="53492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83296" y="1207008"/>
            <a:ext cx="3657600" cy="91440"/>
          </a:xfrm>
          <a:prstGeom prst="rect">
            <a:avLst/>
          </a:prstGeom>
          <a:solidFill>
            <a:srgbClr val="E8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220456" y="1371600"/>
            <a:ext cx="502920" cy="502920"/>
          </a:xfrm>
          <a:prstGeom prst="ellipse">
            <a:avLst/>
          </a:prstGeom>
          <a:solidFill>
            <a:srgbClr val="E8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0456" y="1371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33104" y="1435608"/>
            <a:ext cx="27706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7A1A"/>
                </a:solidFill>
              </a:rPr>
              <a:t>Planned for next week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0456" y="2011680"/>
            <a:ext cx="3383280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247888" y="2258568"/>
            <a:ext cx="109728" cy="109728"/>
          </a:xfrm>
          <a:prstGeom prst="ellipse">
            <a:avLst/>
          </a:prstGeom>
          <a:solidFill>
            <a:srgbClr val="E8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30768" y="2167128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Working backend with a first /upload endpoint</a:t>
            </a:r>
          </a:p>
        </p:txBody>
      </p:sp>
      <p:sp>
        <p:nvSpPr>
          <p:cNvPr id="42" name="Oval 41"/>
          <p:cNvSpPr/>
          <p:nvPr/>
        </p:nvSpPr>
        <p:spPr>
          <a:xfrm>
            <a:off x="8247888" y="3008376"/>
            <a:ext cx="109728" cy="109728"/>
          </a:xfrm>
          <a:prstGeom prst="ellipse">
            <a:avLst/>
          </a:prstGeom>
          <a:solidFill>
            <a:srgbClr val="E8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30768" y="2916936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Run a first OCR test on a sample document</a:t>
            </a:r>
          </a:p>
        </p:txBody>
      </p:sp>
      <p:sp>
        <p:nvSpPr>
          <p:cNvPr id="44" name="Oval 43"/>
          <p:cNvSpPr/>
          <p:nvPr/>
        </p:nvSpPr>
        <p:spPr>
          <a:xfrm>
            <a:off x="8247888" y="3758183"/>
            <a:ext cx="109728" cy="109728"/>
          </a:xfrm>
          <a:prstGeom prst="ellipse">
            <a:avLst/>
          </a:prstGeom>
          <a:solidFill>
            <a:srgbClr val="E8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30768" y="3666744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Define the full project architecture</a:t>
            </a:r>
          </a:p>
        </p:txBody>
      </p:sp>
      <p:sp>
        <p:nvSpPr>
          <p:cNvPr id="46" name="Oval 45"/>
          <p:cNvSpPr/>
          <p:nvPr/>
        </p:nvSpPr>
        <p:spPr>
          <a:xfrm>
            <a:off x="8247888" y="4507992"/>
            <a:ext cx="109728" cy="109728"/>
          </a:xfrm>
          <a:prstGeom prst="ellipse">
            <a:avLst/>
          </a:prstGeom>
          <a:solidFill>
            <a:srgbClr val="E8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30768" y="4416552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Start the OCR preprocessing pipeline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6510528"/>
            <a:ext cx="11457432" cy="36576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" y="6565392"/>
            <a:ext cx="11457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5657A"/>
                </a:solidFill>
              </a:rPr>
              <a:t>First weekly review  ·  KUIC — Bangkok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